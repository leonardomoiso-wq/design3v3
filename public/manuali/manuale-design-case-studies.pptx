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502920" cy="50292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CASE STUDIES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Manuale per Studenti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49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caricare un caso studio e come votare in aula durante la peer review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di Design 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5074920" cy="402336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34440" y="2240280"/>
            <a:ext cx="640080" cy="64008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3444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10896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Caricare un</a:t>
            </a:r>
            <a:endParaRPr lang="en-US" sz="2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studio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4206240"/>
            <a:ext cx="4251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percorso in 5 passaggi per inviare la vostra consegna: gruppo, progetto, temi, valutazione e riepilogo.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828800"/>
            <a:ext cx="5074920" cy="402336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66560" y="22402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6656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310896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Votare in aula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4206240"/>
            <a:ext cx="4251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assegnare il vostro cartellino durante la peer review, leggendo prima i dettagli di ogni progetto.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di Design 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77440"/>
            <a:ext cx="1005840" cy="100584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2423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278892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Caricare un caso studio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3611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percorso guidato in 5 passaggi, dalla creazione del gruppo all’invio finale.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di Design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percorso in 5 passaggi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43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wizard guidato: potete sempre tornare indietro per correggere, finché non inviate la consegna definitiva.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531620" y="2377440"/>
            <a:ext cx="640080" cy="64008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3162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Gruppo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490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numero e un codice segreto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24871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753612" y="2377440"/>
            <a:ext cx="640080" cy="64008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53612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044952" y="3291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Progetto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044952" y="37490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Titolo, immagine e descrizione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056632" y="24871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975604" y="2377440"/>
            <a:ext cx="640080" cy="64008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75604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266944" y="3291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Temi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266944" y="37490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filoni tematici collegati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278624" y="24871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197596" y="2377440"/>
            <a:ext cx="640080" cy="64008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197596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488936" y="3291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Valutazione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488936" y="37490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4 driver, da 0 a 5, con motivazione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500616" y="24871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0419588" y="2377440"/>
            <a:ext cx="640080" cy="64008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419588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710928" y="3291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Riepilogo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710928" y="37490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 finale e invio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" y="4846320"/>
            <a:ext cx="10515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97280" y="484632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Suggerimento: </a:t>
            </a:r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passaggio si sblocca solo dopo aver completato quello precedente. La barra in alto mostra sempre dove vi trovate.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A — Caricare un caso studio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502920" cy="50292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A · PASSO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8229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Gruppo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002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siete, e come dimostrerete in futuro che questa scheda è vostra.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52120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Gruppo: il nome che avete scelto per il vostro team.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 Gruppo: il numero assegnato dal/dalla docente.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 di Gruppo: sceglietelo voi, almeno 4 caratteri. Serve per modificare o cancellare la scheda in futuro — conservatelo, non è recuperabile!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dovete modificare una scheda già inviata, il codice viene chiesto e verificato subito, prima di procedere.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909206" y="630936"/>
            <a:ext cx="4103827" cy="5458968"/>
          </a:xfrm>
          <a:prstGeom prst="roundRect">
            <a:avLst>
              <a:gd name="adj" fmla="val 178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0" descr="/tmp/claude-0/-home-user-design3v3/9c49b20f-a8f8-51dc-b070-fd995cb552ca/scratchpad/shots/02_wizard_step1_gruppo_compila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4070" y="685800"/>
            <a:ext cx="3994099" cy="53492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00800" y="6080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compilato, pronto per procedere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A — Caricare un caso studio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502920" cy="50292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A · PASSO 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8229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Progetto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002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cuore della consegna: cosa avete progettato e perché.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52120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Titolo del Progetto: breve e riconoscibile.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Immagine di Copertina: un’immagine rappresentativa del progetto (facoltativa, ma consigliata).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Descrizione: raccontate il progetto con le vostre parole — questo testo sarà visibile a docente e compagni.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988065" y="630936"/>
            <a:ext cx="3946109" cy="5458968"/>
          </a:xfrm>
          <a:prstGeom prst="roundRect">
            <a:avLst>
              <a:gd name="adj" fmla="val 1854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0" descr="/tmp/claude-0/-home-user-design3v3/9c49b20f-a8f8-51dc-b070-fd995cb552ca/scratchpad/shots/04_wizard_step2_contenuti_compila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2929" y="685800"/>
            <a:ext cx="3836381" cy="53492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00800" y="6080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Titolo, immagine e descrizione compilati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A — Caricare un caso studio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502920" cy="50292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A · PASSO 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8229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Temi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002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 temi si collega il vostro progetto?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52120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Selezionate quanti tag pertinenti servono dall’elenco proposto.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il vostro tema non è in elenco, potete aggiungerne uno personalizzato nel campo “Altro”.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tag aiutano il/la docente a filtrare e confrontare i progetti nella Matrice Globale.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909206" y="630936"/>
            <a:ext cx="4103827" cy="5458968"/>
          </a:xfrm>
          <a:prstGeom prst="roundRect">
            <a:avLst>
              <a:gd name="adj" fmla="val 178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0" descr="/tmp/claude-0/-home-user-design3v3/9c49b20f-a8f8-51dc-b070-fd995cb552ca/scratchpad/shots/05_wizard_step3_t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4070" y="685800"/>
            <a:ext cx="3994099" cy="53492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00800" y="6080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tag selezionati per questo esempio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A — Caricare un caso studio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502920" cy="50292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A · PASSO 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8229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Valutazione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002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Autovalutate il progetto sui 4 driver di innovazione, da 0 a 5.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52120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Desiderabilità: le persone desiderano davvero questa soluzione?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Fattibilità: è realizzabile con le tecnologie e competenze disponibili?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Responsabilità: quali impatti etici, sociali e ambientali comporta?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Vitalità: può reggersi nel tempo?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ogni driver, scrivete anche il perché: la motivazione è importante quanto il numero, e sarà letta da chi vi valuta e da chi vota in aula.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536329" y="630936"/>
            <a:ext cx="2849583" cy="5458968"/>
          </a:xfrm>
          <a:prstGeom prst="roundRect">
            <a:avLst>
              <a:gd name="adj" fmla="val 25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0" descr="/tmp/claude-0/-home-user-design3v3/9c49b20f-a8f8-51dc-b070-fd995cb552ca/scratchpad/shots/07_wizard_step4_driver_compila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1193" y="685800"/>
            <a:ext cx="2739855" cy="53492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00800" y="6080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 e motivazione per ciascun driver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A — Caricare un caso studio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502920" cy="50292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A · PASSO 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8229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Riepilogo e Invio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002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Ultimo sguardo prima di inviare.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52120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Controllate titolo, descrizione, tag e valutazioni.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Potete tornare indietro a qualsiasi passaggio precedente per correggere qualcosa.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siete pronti, premete “Invia Consegna”: la scheda comparirà subito nella Matrice del/della docente.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270820" y="630936"/>
            <a:ext cx="3380601" cy="5458968"/>
          </a:xfrm>
          <a:prstGeom prst="roundRect">
            <a:avLst>
              <a:gd name="adj" fmla="val 2164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0" descr="/tmp/claude-0/-home-user-design3v3/9c49b20f-a8f8-51dc-b070-fd995cb552ca/scratchpad/shots/08_wizard_step5_riepi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5684" y="685800"/>
            <a:ext cx="3270873" cy="53492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00800" y="6080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Riepilogo finale, pronto per l’invio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A — Caricare un caso studio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502920" cy="50292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A · PASSO ✓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8229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Dopo l’invio: modificare o cancellare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002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vostra scheda non è definitiva: potete sempre tornarci sopra.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52120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 scheda “Elenco &amp; Modifiche” trovate tutte le consegne, la vostra compresa.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Premendo “Modifica” vi verrà chiesto subito il codice di gruppo: se è corretto, potete cambiare qualsiasi campo.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Premendo “Elimina” (richiede sempre il codice) la scheda viene rimossa definitivamente.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 dimenticato? Chiedete al/alla docente: può impostarvene uno nuovo dal proprio pannello di controllo.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909206" y="630936"/>
            <a:ext cx="4103827" cy="5458968"/>
          </a:xfrm>
          <a:prstGeom prst="roundRect">
            <a:avLst>
              <a:gd name="adj" fmla="val 178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0" descr="/tmp/claude-0/-home-user-design3v3/9c49b20f-a8f8-51dc-b070-fd995cb552ca/scratchpad/shots/09_elenco_sche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4070" y="685800"/>
            <a:ext cx="3994099" cy="53492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00800" y="6080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L’elenco di tutte le consegne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A — Caricare un caso studio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77440"/>
            <a:ext cx="1005840" cy="10058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2423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B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278892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Votare in aula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3611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assegnare il vostro cartellino durante la peer review, con consapevolezza.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di Design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funziona il voto a cartellini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il/la docente apre la votazione su un caso studio, ogni gruppo in aula esprime un cartellino colorato dal proprio dispositivo.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29184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65960" y="2514600"/>
            <a:ext cx="1005840" cy="100584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703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41605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progetto convince: idea chiara, driver coerenti tra loro.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2148840"/>
            <a:ext cx="329184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77840" y="2514600"/>
            <a:ext cx="1005840" cy="100584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34840" y="3703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Giallo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41605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potenziale, ma qualcosa non torna o va approfondito.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2148840"/>
            <a:ext cx="329184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89720" y="2514600"/>
            <a:ext cx="1005840" cy="100584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0" y="3703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Rosso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41605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sono dubbi seri su desiderabilità, fattibilità, responsabilità o vitalità.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B — Votare in aula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B · PASSO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8229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vostro numero gruppo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002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di poter votare, identificate il vostro gruppo.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52120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Aprite la scheda “Vota in Aula” dal menu in alto.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Inserite il numero del vostro gruppo: è lo stesso numero usato per la vostra consegna.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non c’è ancora nessuna votazione attiva, vedrete un messaggio di attesa: il/la docente deve prima aprire il voto su un caso studio.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66329" y="630936"/>
            <a:ext cx="3589582" cy="5458968"/>
          </a:xfrm>
          <a:prstGeom prst="roundRect">
            <a:avLst>
              <a:gd name="adj" fmla="val 2038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0" descr="/tmp/claude-0/-home-user-design3v3/9c49b20f-a8f8-51dc-b070-fd995cb552ca/scratchpad/shots/10_voto_senza_numero_grup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1193" y="685800"/>
            <a:ext cx="3479854" cy="53492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00800" y="6080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attesa che il/la docente apra una votazione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B — Votare in aula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B · PASSO 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8229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Leggete prima di votare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002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pannello “Maggiori dettagli” raccoglie tutto ciò che serve per un voto consapevole.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52120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Descrizione e tag del progetto in votazione.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valore assegnato dal gruppo a ciascuno dei 4 driver (scala 0-5).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motivazione scritta dal gruppo per ogni driver: il “perché” dietro al numero.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Usate questi elementi per capire le ragioni di chi ha proposto il caso studio, non solo titolo e immagine.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66329" y="630936"/>
            <a:ext cx="3589582" cy="5458968"/>
          </a:xfrm>
          <a:prstGeom prst="roundRect">
            <a:avLst>
              <a:gd name="adj" fmla="val 2038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0" descr="/tmp/claude-0/-home-user-design3v3/9c49b20f-a8f8-51dc-b070-fd995cb552ca/scratchpad/shots/11_voto_dettagli_ca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1193" y="685800"/>
            <a:ext cx="3479854" cy="53492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00800" y="6080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Dettagli e motivazioni del caso in votazione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B — Votare in aula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B · PASSO 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8229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Assegnate il cartellino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002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tocco per votare, come gruppo.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52120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Premete Verde, Giallo o Rosso in base alla vostra valutazione condivisa.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voto viene registrato subito: vedrete la conferma a schermo.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Potete cambiarlo in qualsiasi momento, finché la votazione resta aperta.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il/la docente chiude la votazione, il cartellino non è più modificabile.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218608" y="630936"/>
            <a:ext cx="3485023" cy="5458968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0" descr="/tmp/claude-0/-home-user-design3v3/9c49b20f-a8f8-51dc-b070-fd995cb552ca/scratchpad/shots/12_voto_registra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3472" y="685800"/>
            <a:ext cx="3375295" cy="53492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00800" y="6080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Voto registrato: verde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B — Votare in aula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Domande frequenti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2A272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43000" y="1783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 dimenticato il codice di gruppo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2860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Chiedete al/alla docente: può impostarne uno nuovo dal proprio pannello di controllo.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63640" y="155448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2A272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0" y="1783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Posso modificare la scheda dopo l’invio?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2860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Sì, in qualsiasi momento, inserendo il vostro codice di gruppo in “Elenco &amp; Modifiche”.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74904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2A272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3977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voto è anonimo?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448056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è legato al numero di gruppo, così il/la docente può chiedere a un gruppo di motivare la propria scelta in aula.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374904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2A272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0" y="3977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Posso cancellare la mia scheda?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448056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Sì, dalla stessa schermata, inserendo di nuovo il codice di gruppo. L’azione non è reversibile.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172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Buon lavoro!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Manuale per Studenti — Design Case Studies</dc:title>
  <dc:subject>PptxGenJS Presentation</dc:subject>
  <dc:creator>Design Case Studies</dc:creator>
  <cp:lastModifiedBy>Design Case Studies</cp:lastModifiedBy>
  <cp:revision>1</cp:revision>
  <dcterms:created xsi:type="dcterms:W3CDTF">2026-09-18T12:50:26Z</dcterms:created>
  <dcterms:modified xsi:type="dcterms:W3CDTF">2026-09-18T12:50:26Z</dcterms:modified>
</cp:coreProperties>
</file>