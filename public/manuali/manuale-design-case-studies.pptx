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02920" cy="50292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CASE STUDIES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Manuale per Studenti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490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caricare un caso studio e come votare in aula durante la peer review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di Design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5074920" cy="402336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34440" y="2240280"/>
            <a:ext cx="640080" cy="6400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3444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108960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Caricare un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studio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4206240"/>
            <a:ext cx="4251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guidato per inviare la vostra consegna: caso studio, temi, valutazione e riepilogo (più il gruppo, se non siete già loggati come team).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828800"/>
            <a:ext cx="5074920" cy="402336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66560" y="224028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3108960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Votare in aula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4206240"/>
            <a:ext cx="4251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assegnare il vostro cartellino durante la peer review, leggendo prima i dettagli di ogni caso studio.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di Design 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005840" cy="100584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77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103120" y="2423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27889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Caricare un caso studio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guidato per raccontare e valutare un caso studio, dal login del team all’invio finale.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di Design 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in 5 passaggi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43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wizard guidato: potete sempre tornare indietro per correggere, finché non inviate la consegna definitiva.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531620" y="2377440"/>
            <a:ext cx="640080" cy="6400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Gruppo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numero e codice — saltati se il team è già loggato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2487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53612" y="2377440"/>
            <a:ext cx="640080" cy="6400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53612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044952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Caso Studio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37490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Titolo, immagine e descrizione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56632" y="2487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975604" y="2377440"/>
            <a:ext cx="640080" cy="6400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75604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266944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66944" y="37490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filoni tematici collegati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278624" y="2487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197596" y="2377440"/>
            <a:ext cx="640080" cy="6400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7596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488936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88936" y="37490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4 driver, da 0 a 5, con un commento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00616" y="2487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0419588" y="2377440"/>
            <a:ext cx="640080" cy="6400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419588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710928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37490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 finale e invio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97280" y="484632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Suggerimento: </a:t>
            </a:r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passaggio si sblocca solo dopo aver completato quello precedente, e con un team già loggato il passo “Il Gruppo” non compare affatto.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— Caricare un caso studio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· PASSO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Gruppo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team non è già loggato, iniziate qui: chi siete e come dimostrerete in futuro che questa scheda è vostra.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Gruppo: il nome che avete scelto per il vostro team.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Gruppo: il numero assegnato dal/dalla docente.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di Gruppo: sceglietelo voi, almeno 4 caratteri. Serve per modificare o cancellare la scheda in futuro — conservatelo, non è recuperabile!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dovete modificare una scheda già inviata, il codice viene chiesto e verificato subito, prima di procedere.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6256" y="861285"/>
            <a:ext cx="5309728" cy="4998270"/>
          </a:xfrm>
          <a:prstGeom prst="roundRect">
            <a:avLst>
              <a:gd name="adj" fmla="val 178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02_wizard_step1_gruppo_compila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1120" y="916149"/>
            <a:ext cx="5200000" cy="48885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 (solo accesso diretto), pronto per procedere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— Caricare un caso studio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· PASSO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Caso Studio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cuore della consegna: quale caso studio avete scelto e perché.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 del Caso Studio: breve e riconoscibile.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Immagine di Riferimento: un’immagine rappresentativa del caso studio (facoltativa, ma consigliata).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Descrizione Critica: analizzate il caso studio con le vostre parole — contesto, leve di cambiamento, valore generato. Sarà visibile a docente e compagni.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773226" y="630936"/>
            <a:ext cx="4375789" cy="5458968"/>
          </a:xfrm>
          <a:prstGeom prst="roundRect">
            <a:avLst>
              <a:gd name="adj" fmla="val 185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04_wizard_step2_contenuti_compila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8090" y="685800"/>
            <a:ext cx="4266061" cy="5349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Titolo, immagine e descrizione critica compilati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— Caricare un caso studio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· PASSO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Temi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 temi si collega il caso studio?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Assegnate le tag che ritenete opportune dall’elenco proposto.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trovate un tema adatto, aggiungetene uno vostro nel campo “Altro”.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tag aiutano il/la docente a filtrare e confrontare i casi studio nella Matrice Globale.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6256" y="756337"/>
            <a:ext cx="5309728" cy="5208166"/>
          </a:xfrm>
          <a:prstGeom prst="roundRect">
            <a:avLst>
              <a:gd name="adj" fmla="val 178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05_wizard_step3_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1120" y="811201"/>
            <a:ext cx="5200000" cy="50984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tag selezionati per questo esempio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— Caricare un caso studio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· PASSO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Ponderate il caso studio sui 4 driver di innovazione, da 0 a 5, aggiungendo un commento per ciascuno.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Desiderabilità: le persone desiderano davvero questa soluzione?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Fattibilità: è realizzabile con le tecnologie e competenze disponibili?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Responsabilità: quali impatti etici, sociali e ambientali comporta?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Vitalità: può reggersi nel tempo?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driver, scrivete anche il perché: il commento è importante quanto il numero, e sarà letto da chi vi valuta e da chi vota in aula.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51292" y="630936"/>
            <a:ext cx="3219657" cy="5458968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07_wizard_step4_driver_compila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156" y="685800"/>
            <a:ext cx="3109929" cy="5349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e commento per ciascun driver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— Caricare un caso studio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· PASSO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Invio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Ultimo sguardo prima di inviare.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Controllate titolo, descrizione, tag e valutazioni.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Potete tornare indietro a qualsiasi passaggio precedente per correggere qualcosa.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siete pronti, premete “Invia Consegna”: la scheda comparirà subito nella Matrice del/della docente.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77130" y="630936"/>
            <a:ext cx="3767979" cy="5458968"/>
          </a:xfrm>
          <a:prstGeom prst="roundRect">
            <a:avLst>
              <a:gd name="adj" fmla="val 216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08_wizard_step5_riepi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1994" y="685800"/>
            <a:ext cx="3658251" cy="5349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 finale, pronto per l’invio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— Caricare un caso studio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· PASSO ✓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l’invio: modificare o cancellare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scheda non è definitiva: potete sempre tornarci sopra.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team loggato, la scheda si chiama “Le tue Schede” e mostra solo le vostre consegne.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team loggato, “Modifica” ed “Elimina” funzionano subito, senza chiedere alcun codice.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login di team (accesso diretto), l’elenco mostra invece tutte le consegne con un filtro per numero di gruppo, e modificare o cancellare richiede sempre il codice scelto alla creazione.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dimenticato (accesso diretto)? Chiedete al/alla docente: può impostarvene uno nuovo dal proprio pannello di controllo.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6256" y="1612848"/>
            <a:ext cx="5309728" cy="3495145"/>
          </a:xfrm>
          <a:prstGeom prst="roundRect">
            <a:avLst>
              <a:gd name="adj" fmla="val 178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09_elenco_sche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1120" y="1667712"/>
            <a:ext cx="5200000" cy="338541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schede, già pronte da modificare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 — Caricare un caso studio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005840" cy="10058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77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103120" y="2423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27889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Votare in aula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assegnare il vostro cartellino durante la peer review, con consapevolezza.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di Design 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funziona il voto a cartellini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il/la docente apre la votazione su un caso studio, ogni gruppo in aula esprime un cartellino colorato dal proprio dispositivo.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29184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65960" y="2514600"/>
            <a:ext cx="1005840" cy="100584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703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1605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caso studio convince: idea chiara, driver coerenti tra loro.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29184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77840" y="2514600"/>
            <a:ext cx="1005840" cy="10058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34840" y="3703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Giallo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41605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potenziale, ma qualcosa non torna o va approfondito.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2148840"/>
            <a:ext cx="329184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89720" y="2514600"/>
            <a:ext cx="1005840" cy="1005840"/>
          </a:xfrm>
          <a:prstGeom prst="roundRect">
            <a:avLst>
              <a:gd name="adj" fmla="val 20000"/>
            </a:avLst>
          </a:prstGeom>
          <a:solidFill>
            <a:srgbClr val="EF44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0" y="3703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Rosso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41605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sono dubbi seri su desiderabilità, fattibilità, responsabilità o vitalità.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 — Votare in aula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 · PASSO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sta votando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team già loggato, il sistema sa già chi siete.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la scheda “Vota in Aula” dal menu in alto.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Vedrete subito “Votate come Gruppo N — Nome”, senza dover inserire nulla.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l’accesso diretto (nessun team), inserite invece il numero del vostro gruppo a mano, come in precedenza.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6256" y="1951390"/>
            <a:ext cx="5309728" cy="2818061"/>
          </a:xfrm>
          <a:prstGeom prst="roundRect">
            <a:avLst>
              <a:gd name="adj" fmla="val 2038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10_voto_senza_numero_grup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1120" y="2006254"/>
            <a:ext cx="5200000" cy="270833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 riconosciuta automaticamente dal team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 — Votare in aula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 · PASSO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Leggete prima di votare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pannello “Maggiori dettagli” raccoglie tutto ciò che serve per un voto consapevole.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Descrizione e tag del caso studio in votazione.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valore assegnato dal gruppo a ciascuno dei 4 driver (scala 0-5).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motivazione scritta dal gruppo per ogni driver: il “perché” dietro al numero.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questi elementi per capire le ragioni di chi ha proposto il caso studio, non solo titolo e immagine.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45967" y="630936"/>
            <a:ext cx="4230306" cy="5458968"/>
          </a:xfrm>
          <a:prstGeom prst="roundRect">
            <a:avLst>
              <a:gd name="adj" fmla="val 2038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11_voto_dettagli_ca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0831" y="685800"/>
            <a:ext cx="4120578" cy="5349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Dettagli e motivazioni del caso in votazione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 — Votare in aula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 · PASSO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822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Assegnate il cartellino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00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tocco per votare, come gruppo.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Verde, Giallo o Rosso in base alla vostra valutazione condivisa.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voto viene registrato subito: vedrete la conferma a schermo.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Potete cambiarlo in qualsiasi momento, finché la votazione resta aperta.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il/la docente chiude la votazione, il cartellino non è più modificabile.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910038" y="630936"/>
            <a:ext cx="4102164" cy="5458968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0/-home-user-design3v3/9c49b20f-a8f8-51dc-b070-fd995cb552ca/scratchpad/shots/12_voto_registra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4902" y="685800"/>
            <a:ext cx="3992436" cy="5349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Voto registrato: verde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B — Votare in aula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Domande frequenti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2A27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4300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 dimenticato il codice di gruppo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2860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codice di gruppo (accesso diretto), chiedete al/alla docente. Per la password del team, usate “Password dimenticata?” nella schermata di accesso.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2A272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Posso modificare la scheda dopo l’invio?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Sì, sempre. Con il team loggato basta aprirla da “Le tue Schede”; senza login, da “Elenco &amp; Modifiche” con il codice di gruppo.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7490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2A27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3977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voto è anonimo?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4805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è legato al numero di gruppo, così il/la docente può chiedere a un gruppo di motivare la propria scelta in aula.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37490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2A272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3977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Posso cancellare la mia scheda?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4805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Sì. Con il team loggato basta premere “Elimina”; senza login serve il codice di gruppo. L’azione non è reversibile.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72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Buon lavoro!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Manuale per Studenti — Design Case Studies</dc:title>
  <dc:subject>PptxGenJS Presentation</dc:subject>
  <dc:creator>Design Case Studies</dc:creator>
  <cp:lastModifiedBy>Design Case Studies</cp:lastModifiedBy>
  <cp:revision>1</cp:revision>
  <dcterms:created xsi:type="dcterms:W3CDTF">2026-09-18T12:50:26Z</dcterms:created>
  <dcterms:modified xsi:type="dcterms:W3CDTF">2026-09-18T12:50:26Z</dcterms:modified>
</cp:coreProperties>
</file>